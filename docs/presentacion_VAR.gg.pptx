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008" y="-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3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EDD78-0F26-4346-9D81-9935CB0D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AF248-9984-E8C8-78EA-3A26CF75F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4536C-8515-5737-DEEA-7E8C2AFB1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386B3-E4BB-8B9F-9B3B-5091E6A330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14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000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76400"/>
            <a:ext cx="10566400" cy="436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000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76400"/>
            <a:ext cx="10566400" cy="436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800" y="2575560"/>
            <a:ext cx="10883392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0"/>
              </a:lnSpc>
              <a:buNone/>
            </a:pPr>
            <a:r>
              <a:rPr lang="en-US" sz="120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39% </a:t>
            </a:r>
            <a:r>
              <a:rPr lang="en-US" sz="12000" b="1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r>
              <a:rPr lang="en-US" sz="120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12000" b="1" dirty="0">
                <a:solidFill>
                  <a:srgbClr val="FF3B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12800" y="4429760"/>
            <a:ext cx="10883392" cy="75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Headshots del mismo jugador: su media histórica frente a sus últimas 3 partidas.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8777" y="5633720"/>
            <a:ext cx="5931877" cy="890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Mauricio Mero, Rodrigo </a:t>
            </a:r>
            <a:r>
              <a:rPr lang="en-US" sz="1200" dirty="0" err="1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Álamo</a:t>
            </a:r>
            <a:r>
              <a:rPr lang="en-US" sz="12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Manuel Gutiérrez, Nacho Vieira, Robert Andrei, Pedro Figueroa, </a:t>
            </a:r>
            <a:r>
              <a:rPr lang="en-US" sz="1200" dirty="0" err="1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Óscar</a:t>
            </a:r>
            <a:r>
              <a:rPr lang="en-US" sz="12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Jiang</a:t>
            </a:r>
            <a:endParaRPr lang="en-US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E12040-D3E2-4984-BF84-152C1382C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341709"/>
            <a:ext cx="3667253" cy="206283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2A71C5D2-F06A-41FC-8979-34A520285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0829" y="639905"/>
            <a:ext cx="6455509" cy="206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6000" b="1" i="0" dirty="0">
                <a:solidFill>
                  <a:srgbClr val="FFC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¿EL MEJOR DÍA DE SU VIDA O UN AIMBOT?</a:t>
            </a:r>
            <a:endParaRPr lang="en-US" sz="6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FAAE740F-B6C3-436F-9C05-893A03D028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509290">
            <a:off x="-2548372" y="-1057633"/>
            <a:ext cx="16866715" cy="9487527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4CF82228-1E10-44B3-B1E6-EAE9E3489F4A}"/>
              </a:ext>
            </a:extLst>
          </p:cNvPr>
          <p:cNvSpPr/>
          <p:nvPr/>
        </p:nvSpPr>
        <p:spPr>
          <a:xfrm>
            <a:off x="6799385" y="1630045"/>
            <a:ext cx="4079632" cy="2324542"/>
          </a:xfrm>
          <a:prstGeom prst="roundRect">
            <a:avLst>
              <a:gd name="adj" fmla="val 5530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IDEA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2799" y="1630046"/>
            <a:ext cx="4079632" cy="2324540"/>
          </a:xfrm>
          <a:prstGeom prst="roundRect">
            <a:avLst>
              <a:gd name="adj" fmla="val 5530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71880" y="1986280"/>
            <a:ext cx="295450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200" b="1" dirty="0">
                <a:solidFill>
                  <a:srgbClr val="FF3B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1880" y="2392680"/>
            <a:ext cx="295450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 torneos locales y de comunidad no pueden permitirse un anticheat. Las sospechas se resuelven a ojo.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70433" y="1983202"/>
            <a:ext cx="295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2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170432" y="2392680"/>
            <a:ext cx="2954589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Analizamos con IA las estadísticas post-partida y explicamos cada caso de forma entendible.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41"/>
            <a:ext cx="8524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4100" name="Picture 4" descr="Valorant Logo | Logotipos de constructoras, Logos con letras ...">
            <a:extLst>
              <a:ext uri="{FF2B5EF4-FFF2-40B4-BE49-F238E27FC236}">
                <a16:creationId xmlns:a16="http://schemas.microsoft.com/office/drawing/2014/main" id="{05C5C1FD-46A7-45E3-B675-D88DC1928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55031">
            <a:off x="4760103" y="4763658"/>
            <a:ext cx="1899993" cy="1215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ounter-Strike 2 Logo PNG Vector (SVG) Free Download">
            <a:extLst>
              <a:ext uri="{FF2B5EF4-FFF2-40B4-BE49-F238E27FC236}">
                <a16:creationId xmlns:a16="http://schemas.microsoft.com/office/drawing/2014/main" id="{59A0BA20-A3E5-4B27-9559-E9BA2C73C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61204">
            <a:off x="3414345" y="5418088"/>
            <a:ext cx="17526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E248E67D-FAE2-4605-A814-9E2864EDFA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509290">
            <a:off x="-2548372" y="-1057634"/>
            <a:ext cx="16866715" cy="9487527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DATO AL VEREDICTO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5975" y="1730375"/>
            <a:ext cx="2520950" cy="2148840"/>
          </a:xfrm>
          <a:prstGeom prst="roundRect">
            <a:avLst>
              <a:gd name="adj" fmla="val 5762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71880" y="1986280"/>
            <a:ext cx="20694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880" y="2443480"/>
            <a:ext cx="206941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880" y="2880361"/>
            <a:ext cx="206941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de FACEIT o CSV y Excel de torneos locales.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95675" y="1730375"/>
            <a:ext cx="2520950" cy="2148840"/>
          </a:xfrm>
          <a:prstGeom prst="roundRect">
            <a:avLst>
              <a:gd name="adj" fmla="val 5762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751580" y="1986280"/>
            <a:ext cx="20694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51580" y="2443480"/>
            <a:ext cx="206941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Índice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51580" y="2880361"/>
            <a:ext cx="206941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Sospecha de 0 a 100 con semáforo. Desde 60 se abre un caso.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5375" y="1730375"/>
            <a:ext cx="2520950" cy="2148840"/>
          </a:xfrm>
          <a:prstGeom prst="roundRect">
            <a:avLst>
              <a:gd name="adj" fmla="val 5762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31280" y="1986280"/>
            <a:ext cx="20694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31280" y="2443480"/>
            <a:ext cx="206941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Informe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31280" y="2880361"/>
            <a:ext cx="206941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Azure OpenAI explica el caso con cifras y nivel de confianza.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55075" y="1730375"/>
            <a:ext cx="2520950" cy="2148840"/>
          </a:xfrm>
          <a:prstGeom prst="roundRect">
            <a:avLst>
              <a:gd name="adj" fmla="val 5762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110980" y="1986280"/>
            <a:ext cx="20694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10980" y="2443480"/>
            <a:ext cx="206941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Decisión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10980" y="2880361"/>
            <a:ext cx="206941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moderador archiva, avisa, suspende o banea.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1"/>
            <a:ext cx="8526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1026" name="Picture 2" descr="Shop - FACEIT.com">
            <a:extLst>
              <a:ext uri="{FF2B5EF4-FFF2-40B4-BE49-F238E27FC236}">
                <a16:creationId xmlns:a16="http://schemas.microsoft.com/office/drawing/2014/main" id="{8D690422-039E-4623-9910-D6E964C92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7" y="4212590"/>
            <a:ext cx="19907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ágina 5 | Vectores de Semaforo png - Descarga vectores ...">
            <a:extLst>
              <a:ext uri="{FF2B5EF4-FFF2-40B4-BE49-F238E27FC236}">
                <a16:creationId xmlns:a16="http://schemas.microsoft.com/office/drawing/2014/main" id="{CA9A491B-8EFB-4FB5-B688-D30562C71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294" y="4135120"/>
            <a:ext cx="1431565" cy="214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zure OpenAI Best Practices">
            <a:extLst>
              <a:ext uri="{FF2B5EF4-FFF2-40B4-BE49-F238E27FC236}">
                <a16:creationId xmlns:a16="http://schemas.microsoft.com/office/drawing/2014/main" id="{1F7DDABD-BD6D-4A3B-AB50-255BD65CEA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246" b="47208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7547"/>
          <a:stretch/>
        </p:blipFill>
        <p:spPr bwMode="auto">
          <a:xfrm>
            <a:off x="6175375" y="3445912"/>
            <a:ext cx="4821732" cy="2023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Copilot Studio Annual Subscription">
            <a:extLst>
              <a:ext uri="{FF2B5EF4-FFF2-40B4-BE49-F238E27FC236}">
                <a16:creationId xmlns:a16="http://schemas.microsoft.com/office/drawing/2014/main" id="{588C3411-DDAB-4971-8D0E-20DA8A5DA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980" y="4128486"/>
            <a:ext cx="2211755" cy="200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AA29B52F-27AF-4945-961B-4455A8FAB5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509290">
            <a:off x="-2548372" y="-1057635"/>
            <a:ext cx="16866715" cy="9487527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155E35A0-919C-A12F-369D-199E2B172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Métricas en consideración</a:t>
            </a:r>
            <a:br>
              <a:rPr lang="es-ES" dirty="0"/>
            </a:br>
            <a:endParaRPr lang="es-ES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5F5EE7CC-6E1C-7510-D30B-D6204E77A3E1}"/>
              </a:ext>
            </a:extLst>
          </p:cNvPr>
          <p:cNvSpPr/>
          <p:nvPr/>
        </p:nvSpPr>
        <p:spPr>
          <a:xfrm>
            <a:off x="812801" y="2192014"/>
            <a:ext cx="3448481" cy="558800"/>
          </a:xfrm>
          <a:prstGeom prst="roundRect">
            <a:avLst>
              <a:gd name="adj" fmla="val 5762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r>
              <a:rPr lang="en-US" sz="28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Headshot Percentage</a:t>
            </a:r>
            <a:endParaRPr lang="en-US" sz="2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75D7A62F-0CA3-44AF-4862-C309A96C609C}"/>
              </a:ext>
            </a:extLst>
          </p:cNvPr>
          <p:cNvSpPr/>
          <p:nvPr/>
        </p:nvSpPr>
        <p:spPr>
          <a:xfrm>
            <a:off x="812799" y="3012428"/>
            <a:ext cx="4203084" cy="558800"/>
          </a:xfrm>
          <a:prstGeom prst="roundRect">
            <a:avLst>
              <a:gd name="adj" fmla="val 5762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r>
              <a:rPr lang="en-US" sz="2800" b="1" dirty="0" err="1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</a:rPr>
              <a:t>Antigüedad</a:t>
            </a:r>
            <a:r>
              <a:rPr lang="en-US" sz="28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</a:rPr>
              <a:t>/horas </a:t>
            </a:r>
            <a:r>
              <a:rPr lang="en-US" sz="2800" b="1" dirty="0" err="1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</a:rPr>
              <a:t>jugadas</a:t>
            </a:r>
            <a:endParaRPr lang="en-US" sz="280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AABD12FC-80A5-8216-5643-020B2FFFA4F5}"/>
              </a:ext>
            </a:extLst>
          </p:cNvPr>
          <p:cNvSpPr/>
          <p:nvPr/>
        </p:nvSpPr>
        <p:spPr>
          <a:xfrm>
            <a:off x="812801" y="5547048"/>
            <a:ext cx="4203084" cy="558800"/>
          </a:xfrm>
          <a:prstGeom prst="roundRect">
            <a:avLst>
              <a:gd name="adj" fmla="val 5762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r>
              <a:rPr lang="en-US" sz="28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</a:rPr>
              <a:t>Multi - kills</a:t>
            </a:r>
            <a:endParaRPr lang="en-US" sz="2800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73195790-C4D9-47F0-E450-21484B5FF2DE}"/>
              </a:ext>
            </a:extLst>
          </p:cNvPr>
          <p:cNvSpPr/>
          <p:nvPr/>
        </p:nvSpPr>
        <p:spPr>
          <a:xfrm>
            <a:off x="812801" y="4726634"/>
            <a:ext cx="4203084" cy="558800"/>
          </a:xfrm>
          <a:prstGeom prst="roundRect">
            <a:avLst>
              <a:gd name="adj" fmla="val 5762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r>
              <a:rPr lang="en-US" sz="28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</a:rPr>
              <a:t>Ratio de </a:t>
            </a:r>
            <a:r>
              <a:rPr lang="en-US" sz="2800" b="1" dirty="0" err="1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</a:rPr>
              <a:t>daño</a:t>
            </a:r>
            <a:r>
              <a:rPr lang="en-US" sz="28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</a:rPr>
              <a:t> </a:t>
            </a:r>
            <a:r>
              <a:rPr lang="en-US" sz="2800" b="1" dirty="0" err="1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</a:rPr>
              <a:t>promedio</a:t>
            </a:r>
            <a:endParaRPr lang="es-ES" sz="28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4C4DEFDF-C607-AE89-C422-ABE9A89CCA46}"/>
              </a:ext>
            </a:extLst>
          </p:cNvPr>
          <p:cNvSpPr/>
          <p:nvPr/>
        </p:nvSpPr>
        <p:spPr>
          <a:xfrm>
            <a:off x="812799" y="3869531"/>
            <a:ext cx="4203084" cy="558800"/>
          </a:xfrm>
          <a:prstGeom prst="roundRect">
            <a:avLst>
              <a:gd name="adj" fmla="val 5762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r>
              <a:rPr lang="en-US" sz="2800" b="1" dirty="0" err="1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</a:rPr>
              <a:t>Análisis</a:t>
            </a:r>
            <a:r>
              <a:rPr lang="en-US" sz="2800" b="1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</a:rPr>
              <a:t> del K/D</a:t>
            </a:r>
            <a:endParaRPr lang="en-US" sz="2800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E9113D31-BB78-9BCC-9EB9-742700A3FECA}"/>
              </a:ext>
            </a:extLst>
          </p:cNvPr>
          <p:cNvSpPr/>
          <p:nvPr/>
        </p:nvSpPr>
        <p:spPr>
          <a:xfrm>
            <a:off x="8166645" y="1511963"/>
            <a:ext cx="2576146" cy="47151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highlight>
                <a:srgbClr val="00FF00"/>
              </a:highlight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74A8358-EDC7-B489-B8A6-F93FAB326F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457" t="6368" r="19415" b="11312"/>
          <a:stretch>
            <a:fillRect/>
          </a:stretch>
        </p:blipFill>
        <p:spPr>
          <a:xfrm>
            <a:off x="8407153" y="1753431"/>
            <a:ext cx="2095130" cy="42321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2">
                <a:lumMod val="25000"/>
                <a:lumOff val="75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348F4-82AF-3D86-FDD3-EA3B5C32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DEE23304-1C9E-B18B-3813-3EE5AA76BDF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509290">
            <a:off x="-2548372" y="-1057635"/>
            <a:ext cx="16866715" cy="948752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F07B5EBD-9DC8-83C5-DEB3-82F361453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538" y="3429000"/>
            <a:ext cx="11676185" cy="1039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11500" b="1" i="0" dirty="0">
                <a:solidFill>
                  <a:srgbClr val="39FF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EN VIVO</a:t>
            </a:r>
            <a:endParaRPr lang="en-US" sz="11500" dirty="0"/>
          </a:p>
        </p:txBody>
      </p:sp>
    </p:spTree>
    <p:extLst>
      <p:ext uri="{BB962C8B-B14F-4D97-AF65-F5344CB8AC3E}">
        <p14:creationId xmlns:p14="http://schemas.microsoft.com/office/powerpoint/2010/main" val="1696629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220EEA15-A905-4F63-9194-935C71D286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509290">
            <a:off x="-2548372" y="-1057635"/>
            <a:ext cx="16866715" cy="9487527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SEIS TECNOLOGÍAS MICROSOFT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5975" y="1730375"/>
            <a:ext cx="3414157" cy="1388110"/>
          </a:xfrm>
          <a:prstGeom prst="roundRect">
            <a:avLst>
              <a:gd name="adj" fmla="val 8920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71880" y="1986282"/>
            <a:ext cx="29894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 Apps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880" y="2367282"/>
            <a:ext cx="298941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Consola del moderador.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8882" y="1730375"/>
            <a:ext cx="3414157" cy="1388110"/>
          </a:xfrm>
          <a:prstGeom prst="roundRect">
            <a:avLst>
              <a:gd name="adj" fmla="val 8920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644787" y="1986282"/>
            <a:ext cx="29894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Copilot Studio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44787" y="2367282"/>
            <a:ext cx="298941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Agente Árbitro.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61789" y="1730375"/>
            <a:ext cx="3414157" cy="1388110"/>
          </a:xfrm>
          <a:prstGeom prst="roundRect">
            <a:avLst>
              <a:gd name="adj" fmla="val 8920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17694" y="1986282"/>
            <a:ext cx="29894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Azure OpenAI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17694" y="2367282"/>
            <a:ext cx="298941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Informe explicable de cada caso.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9150" y="4330066"/>
            <a:ext cx="3414157" cy="1388110"/>
          </a:xfrm>
          <a:prstGeom prst="roundRect">
            <a:avLst>
              <a:gd name="adj" fmla="val 8920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075055" y="4585969"/>
            <a:ext cx="29894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Content Safety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5055" y="4966969"/>
            <a:ext cx="298941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Azure AI: toxicidad de los reportes.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92057" y="4330066"/>
            <a:ext cx="3414157" cy="1388110"/>
          </a:xfrm>
          <a:prstGeom prst="roundRect">
            <a:avLst>
              <a:gd name="adj" fmla="val 8920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647962" y="4585969"/>
            <a:ext cx="29894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 Automate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47962" y="4966969"/>
            <a:ext cx="298941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pegamento: FACEIT, IA y notificaciones.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64964" y="4330066"/>
            <a:ext cx="3414157" cy="1388110"/>
          </a:xfrm>
          <a:prstGeom prst="roundRect">
            <a:avLst>
              <a:gd name="adj" fmla="val 8920"/>
            </a:avLst>
          </a:prstGeom>
          <a:solidFill>
            <a:srgbClr val="1A1D24"/>
          </a:solidFill>
          <a:ln w="6350">
            <a:solidFill>
              <a:srgbClr val="2A2F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220869" y="4585969"/>
            <a:ext cx="29894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6E6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Dataverse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0869" y="4966969"/>
            <a:ext cx="298941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9A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Todos los datos del torneo.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5975" y="6076951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8517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25" name="Picture 8" descr="Microsoft Copilot Studio Annual Subscription">
            <a:extLst>
              <a:ext uri="{FF2B5EF4-FFF2-40B4-BE49-F238E27FC236}">
                <a16:creationId xmlns:a16="http://schemas.microsoft.com/office/drawing/2014/main" id="{A871037A-BD84-495B-8C47-F80B88B9F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065" y="3209539"/>
            <a:ext cx="1138111" cy="102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Azure OpenAI Best Practices">
            <a:extLst>
              <a:ext uri="{FF2B5EF4-FFF2-40B4-BE49-F238E27FC236}">
                <a16:creationId xmlns:a16="http://schemas.microsoft.com/office/drawing/2014/main" id="{66F26C36-863C-4339-82C0-A36344FC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09" y="3203486"/>
            <a:ext cx="1355844" cy="108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Power Apps | LinkedIn">
            <a:extLst>
              <a:ext uri="{FF2B5EF4-FFF2-40B4-BE49-F238E27FC236}">
                <a16:creationId xmlns:a16="http://schemas.microsoft.com/office/drawing/2014/main" id="{DD129EFA-446A-4C5A-A112-09A1ACA12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18" y="3218975"/>
            <a:ext cx="1883869" cy="103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9F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894839"/>
            <a:ext cx="108833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 </a:t>
            </a:r>
            <a:r>
              <a:rPr lang="en-US" sz="4800" b="1" i="0" dirty="0" err="1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tramposos</a:t>
            </a:r>
            <a:r>
              <a:rPr lang="en-US" sz="4800" b="1" i="0" dirty="0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no se van a </a:t>
            </a:r>
            <a:r>
              <a:rPr lang="en-US" sz="4800" b="1" i="0" dirty="0" err="1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ir.</a:t>
            </a:r>
            <a:r>
              <a:rPr lang="en-US" sz="4800" b="1" i="0" dirty="0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Pero </a:t>
            </a:r>
            <a:r>
              <a:rPr lang="en-US" sz="4800" b="1" i="0" dirty="0" err="1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ahora</a:t>
            </a:r>
            <a:r>
              <a:rPr lang="en-US" sz="4800" b="1" i="0" dirty="0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4800" b="1" i="0" dirty="0" err="1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</a:t>
            </a:r>
            <a:r>
              <a:rPr lang="en-US" sz="4800" b="1" i="0" dirty="0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4800" b="1" i="0" dirty="0" err="1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organizador</a:t>
            </a:r>
            <a:r>
              <a:rPr lang="en-US" sz="4800" b="1" i="0" dirty="0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4800" b="1" i="0" dirty="0" err="1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tiene</a:t>
            </a:r>
            <a:r>
              <a:rPr lang="en-US" sz="4800" b="1" i="0" dirty="0">
                <a:solidFill>
                  <a:srgbClr val="0F11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un VAR.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3642361"/>
            <a:ext cx="10883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800"/>
              </a:lnSpc>
              <a:buNone/>
            </a:pP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6238239"/>
            <a:ext cx="54538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10FD812-FE26-4966-A060-EBECA38E4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R.gg: presentación">
  <a:themeElements>
    <a:clrScheme name="VAR.gg: presentación">
      <a:dk1>
        <a:srgbClr val="0F1115"/>
      </a:dk1>
      <a:lt1>
        <a:srgbClr val="E6E6E6"/>
      </a:lt1>
      <a:dk2>
        <a:srgbClr val="25262A"/>
      </a:dk2>
      <a:lt2>
        <a:srgbClr val="B0B1B2"/>
      </a:lt2>
      <a:accent1>
        <a:srgbClr val="39FF14"/>
      </a:accent1>
      <a:accent2>
        <a:srgbClr val="FFB020"/>
      </a:accent2>
      <a:accent3>
        <a:srgbClr val="FF3B3B"/>
      </a:accent3>
      <a:accent4>
        <a:srgbClr val="9AA0AA"/>
      </a:accent4>
      <a:accent5>
        <a:srgbClr val="9AA0A6"/>
      </a:accent5>
      <a:accent6>
        <a:srgbClr val="909192"/>
      </a:accent6>
      <a:hlink>
        <a:srgbClr val="0563C1"/>
      </a:hlink>
      <a:folHlink>
        <a:srgbClr val="954F72"/>
      </a:folHlink>
    </a:clrScheme>
    <a:fontScheme name="VAR.gg: presentación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248</Words>
  <Application>Microsoft Office PowerPoint</Application>
  <PresentationFormat>Panorámica</PresentationFormat>
  <Paragraphs>50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Space Grotesk</vt:lpstr>
      <vt:lpstr>VAR.gg: presentación</vt:lpstr>
      <vt:lpstr>¿EL MEJOR DÍA DE SU VIDA O UN AIMBOT?</vt:lpstr>
      <vt:lpstr>LA IDEA</vt:lpstr>
      <vt:lpstr>DEL DATO AL VEREDICTO</vt:lpstr>
      <vt:lpstr>Métricas en consideración </vt:lpstr>
      <vt:lpstr>DEMO EN VIVO</vt:lpstr>
      <vt:lpstr>SEIS TECNOLOGÍAS MICROSOFT</vt:lpstr>
      <vt:lpstr>Los tramposos no se van a ir. Pero ahora el organizador tiene un VAR.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VAR.gg: presentación</dc:title>
  <dc:subject/>
  <dc:creator>Usuario</dc:creator>
  <cp:lastModifiedBy>N VS</cp:lastModifiedBy>
  <cp:revision>7</cp:revision>
  <dcterms:created xsi:type="dcterms:W3CDTF">2026-10-02T12:32:37Z</dcterms:created>
  <dcterms:modified xsi:type="dcterms:W3CDTF">2026-10-02T14:04:58Z</dcterms:modified>
</cp:coreProperties>
</file>